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Customer POC — Unity AI Gateway × Claude Code</a:t>
            </a:r>
          </a:p>
          <a:p>
            <a:r>
              <a:rPr sz="2200" b="0">
                <a:solidFill>
                  <a:srgbClr val="B8C5D0"/>
                </a:solidFill>
                <a:latin typeface="Calibri"/>
              </a:rPr>
              <a:t>Bake-off readout · 7-day sample · FinOps / Platform</a:t>
            </a:r>
          </a:p>
          <a:p>
            <a:pPr>
              <a:spcBef>
                <a:spcPts val="2400"/>
              </a:spcBef>
            </a:pPr>
            <a:r>
              <a:rPr sz="1600" b="0">
                <a:solidFill>
                  <a:srgbClr val="8A9AA8"/>
                </a:solidFill>
                <a:latin typeface="Calibri"/>
              </a:rPr>
              <a:t>Databricks Field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2926080" cy="502920"/>
          </a:xfrm>
          <a:prstGeom prst="roundRect">
            <a:avLst/>
          </a:prstGeom>
          <a:solidFill>
            <a:srgbClr val="C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CONDITIONAL 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Bake-off call: CONDITIONAL GO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Winnable on: Type A API/list metering parity + Type B control-plane / Foundry-class decision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Not the scoreboard: Beat Claude Code Max/Team for one power user (John) on dollars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Ask of you: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(1) Reframe charter away from Max death-match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(2) Run cache SQL to close metering proof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(3) Decide hybrid org buy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Fair comparison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Same work: Same users · same dates · same models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Four token rates (not one):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  • Fresh input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  • Cache write (1.25×)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  • Cache read (0.1×)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  •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E8F3F3"/>
          </a:solidFill>
          <a:ln>
            <a:solidFill>
              <a:srgbClr val="1B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7A7A"/>
                </a:solidFill>
                <a:latin typeface="Calibri"/>
              </a:rPr>
              <a:t>Callout: Claude Code /usage × list ≠ Gateway pay-per-token bill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Inputs received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John’s 7-day CC vs Unity table ………… Received (exact dates/TZ open)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Claude Code plan (Max / Team / API) …… Open — confirm seat SKU + $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Cache breakout SQL ………………………… Missing — fill FourRateCost tab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Contracted $/DBU …………………………… Open — account team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Org cohort sizes …………………………… Placeholder (N=100 illustrative)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Token &amp; cost reconciliation (Type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Model          CC In/Out              GW In/Out                 Unity $    CC list est.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Sonnet 5       9.4M / 13.0M           818.7M / 12.1M            $646       ~$149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Opus 4.6       0.68M / 5.5M           887.9M / 4.27M            $1,361     ~$141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Haiku 4.5      0.17M / 0.22M          15.7M / 0.15M             $8         ~$1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TOTAL                                                            ~$2,016    ~$291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94960"/>
            <a:ext cx="10972800" cy="777240"/>
          </a:xfrm>
          <a:prstGeom prst="roundRect">
            <a:avLst/>
          </a:prstGeom>
          <a:solidFill>
            <a:srgbClr val="E8F3F3"/>
          </a:solidFill>
          <a:ln>
            <a:solidFill>
              <a:srgbClr val="1B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7A7A"/>
                </a:solidFill>
                <a:latin typeface="Calibri"/>
              </a:rPr>
              <a:t>Unity $ ≪ full-rate on GW In → caching already in the bill (~75% implied Sonnet cache reads). List parity at $0.07/DBU.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Same work, different 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• Output similar → same approximate workload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• Gateway In includes full agentic context (often cache-inclusive)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• Claude Code UI “In” is not that meter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• Cost uses four rates, not In × full input price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Calibri"/>
              </a:rPr>
              <a:t>• ~7× is not “Gateway list vs Anthropic API”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When seats beat pay-per-token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John (sample week): Gateway ~$2,016 / week → ~$8,700 / mo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vs Max/Team seat ~$100–200 / mo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→ Seat wins ~40–87× on $ for that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E8F3F3"/>
          </a:solidFill>
          <a:ln>
            <a:solidFill>
              <a:srgbClr val="1B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7A7A"/>
                </a:solidFill>
                <a:latin typeface="Calibri"/>
              </a:rPr>
              <a:t>Punchline: Don’t ask Gateway to beat a Max power user on dollars.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Org buy model — seats vs PPT vs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Seat-all — highest fixed tax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PPT-all — cheap for light users; power users blow up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Hybrid (power on seats, rest PPT) — usually cheapest on $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Recommendation: Hybrid on dollars · Gateway still for governance / multi-tool control plane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(N=100 illustrative — replace with measured cohort)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Why route coding agents through Unity AI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One budget across Claude Code / Cursor / Codex / …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MCP + Unity Catalog governance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Audit in the lakehouse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Provider optionality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Near API list parity (not Max seat parity)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Blog: Governing coding agent sprawl with Unity AI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  Recommended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1. Confirm charter — Type A metering + Type B control plane; drop “beat Max for John”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2. Run cache SQL — fill token_details in comparison sheet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3. Decision meeting — A/B/C score; hybrid population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4. Pilot — light/median on Gateway PPT; power users on seats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Owner / date: TBD with 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